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2" autoAdjust="0"/>
    <p:restoredTop sz="94660"/>
  </p:normalViewPr>
  <p:slideViewPr>
    <p:cSldViewPr snapToGrid="0">
      <p:cViewPr>
        <p:scale>
          <a:sx n="400" d="100"/>
          <a:sy n="400" d="100"/>
        </p:scale>
        <p:origin x="-8232" y="-10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0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08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1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7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7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3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88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8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1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BDFF2-8460-480D-A39D-52D08AA1B652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1E58E-D7C4-4B76-896B-6595DD814B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9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1E72FE06-2EA9-7A13-FB81-E92212C1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838"/>
            <a:ext cx="5400675" cy="5254999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F657297-93C4-F4DC-81AF-5F437DDA51FD}"/>
              </a:ext>
            </a:extLst>
          </p:cNvPr>
          <p:cNvSpPr/>
          <p:nvPr/>
        </p:nvSpPr>
        <p:spPr>
          <a:xfrm>
            <a:off x="5035021" y="5106458"/>
            <a:ext cx="241300" cy="88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1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Rietze</dc:creator>
  <cp:lastModifiedBy>Nils Rietze</cp:lastModifiedBy>
  <cp:revision>1</cp:revision>
  <dcterms:created xsi:type="dcterms:W3CDTF">2025-07-20T19:18:41Z</dcterms:created>
  <dcterms:modified xsi:type="dcterms:W3CDTF">2025-07-20T19:20:16Z</dcterms:modified>
</cp:coreProperties>
</file>