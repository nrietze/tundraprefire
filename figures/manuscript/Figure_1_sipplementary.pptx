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</p:sldIdLst>
  <p:sldSz cx="68580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BD058-1A1D-4147-977F-882C9A10BC86}" v="19" dt="2026-07-06T12:18:04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13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Plekhanova" userId="4c2ea778f0dd3283" providerId="LiveId" clId="{AF8FB425-8F84-4E11-BCC3-2BD6FEF490D6}"/>
    <pc:docChg chg="undo custSel addSld delSld modSld modMainMaster">
      <pc:chgData name="Elena Plekhanova" userId="4c2ea778f0dd3283" providerId="LiveId" clId="{AF8FB425-8F84-4E11-BCC3-2BD6FEF490D6}" dt="2026-07-06T12:33:38.784" v="577" actId="47"/>
      <pc:docMkLst>
        <pc:docMk/>
      </pc:docMkLst>
      <pc:sldChg chg="addSp delSp modSp del mod">
        <pc:chgData name="Elena Plekhanova" userId="4c2ea778f0dd3283" providerId="LiveId" clId="{AF8FB425-8F84-4E11-BCC3-2BD6FEF490D6}" dt="2026-07-06T12:33:38.784" v="577" actId="47"/>
        <pc:sldMkLst>
          <pc:docMk/>
          <pc:sldMk cId="2437223704" sldId="258"/>
        </pc:sldMkLst>
        <pc:spChg chg="add mod or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7" creationId="{924E9E0A-76B7-8A13-39FB-1BC01ED9E9AE}"/>
          </ac:spMkLst>
        </pc:spChg>
        <pc:spChg chg="add 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8" creationId="{CDA2E15A-DB9B-E0D9-AF99-F05F713883A7}"/>
          </ac:spMkLst>
        </pc:spChg>
        <pc:spChg chg="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14" creationId="{CB922879-0A36-B054-1154-39AC8069A7F6}"/>
          </ac:spMkLst>
        </pc:spChg>
        <pc:spChg chg="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15" creationId="{B4BF42CD-8C17-7978-C079-944522C507B8}"/>
          </ac:spMkLst>
        </pc:spChg>
        <pc:spChg chg="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16" creationId="{FCF098D4-3E4F-690D-25F6-942746088EB5}"/>
          </ac:spMkLst>
        </pc:spChg>
        <pc:spChg chg="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23" creationId="{307EE28D-2732-40BE-B6FA-1CFFD39BD6FD}"/>
          </ac:spMkLst>
        </pc:spChg>
        <pc:spChg chg="mod">
          <ac:chgData name="Elena Plekhanova" userId="4c2ea778f0dd3283" providerId="LiveId" clId="{AF8FB425-8F84-4E11-BCC3-2BD6FEF490D6}" dt="2026-07-06T12:18:13.558" v="500" actId="1035"/>
          <ac:spMkLst>
            <pc:docMk/>
            <pc:sldMk cId="2437223704" sldId="258"/>
            <ac:spMk id="28" creationId="{55697B79-9DB1-6FA8-6778-B92E00DC4842}"/>
          </ac:spMkLst>
        </pc:spChg>
        <pc:picChg chg="mod">
          <ac:chgData name="Elena Plekhanova" userId="4c2ea778f0dd3283" providerId="LiveId" clId="{AF8FB425-8F84-4E11-BCC3-2BD6FEF490D6}" dt="2026-07-06T12:18:13.558" v="500" actId="1035"/>
          <ac:picMkLst>
            <pc:docMk/>
            <pc:sldMk cId="2437223704" sldId="258"/>
            <ac:picMk id="3" creationId="{104FA5B8-9069-AA77-0A21-4E4A413473F7}"/>
          </ac:picMkLst>
        </pc:picChg>
        <pc:picChg chg="add mod ord modCrop">
          <ac:chgData name="Elena Plekhanova" userId="4c2ea778f0dd3283" providerId="LiveId" clId="{AF8FB425-8F84-4E11-BCC3-2BD6FEF490D6}" dt="2026-07-06T12:02:55.524" v="79" actId="167"/>
          <ac:picMkLst>
            <pc:docMk/>
            <pc:sldMk cId="2437223704" sldId="258"/>
            <ac:picMk id="4" creationId="{46FD87D9-EEE4-E308-0E3E-500AE4E2CF87}"/>
          </ac:picMkLst>
        </pc:picChg>
        <pc:picChg chg="del">
          <ac:chgData name="Elena Plekhanova" userId="4c2ea778f0dd3283" providerId="LiveId" clId="{AF8FB425-8F84-4E11-BCC3-2BD6FEF490D6}" dt="2026-07-06T11:57:24.091" v="4" actId="478"/>
          <ac:picMkLst>
            <pc:docMk/>
            <pc:sldMk cId="2437223704" sldId="258"/>
            <ac:picMk id="5" creationId="{8D2EFFEA-88EE-7F46-6BB7-ABF0C45A0537}"/>
          </ac:picMkLst>
        </pc:picChg>
        <pc:picChg chg="add mod ord modCrop">
          <ac:chgData name="Elena Plekhanova" userId="4c2ea778f0dd3283" providerId="LiveId" clId="{AF8FB425-8F84-4E11-BCC3-2BD6FEF490D6}" dt="2026-07-06T12:18:13.558" v="500" actId="1035"/>
          <ac:picMkLst>
            <pc:docMk/>
            <pc:sldMk cId="2437223704" sldId="258"/>
            <ac:picMk id="6" creationId="{DCF8779F-655C-32F2-0B71-DB9D365EB868}"/>
          </ac:picMkLst>
        </pc:picChg>
        <pc:picChg chg="mod">
          <ac:chgData name="Elena Plekhanova" userId="4c2ea778f0dd3283" providerId="LiveId" clId="{AF8FB425-8F84-4E11-BCC3-2BD6FEF490D6}" dt="2026-07-06T12:18:13.558" v="500" actId="1035"/>
          <ac:picMkLst>
            <pc:docMk/>
            <pc:sldMk cId="2437223704" sldId="258"/>
            <ac:picMk id="9" creationId="{27B15AC1-CACC-E930-4A89-188CD99B6A4F}"/>
          </ac:picMkLst>
        </pc:picChg>
        <pc:picChg chg="del">
          <ac:chgData name="Elena Plekhanova" userId="4c2ea778f0dd3283" providerId="LiveId" clId="{AF8FB425-8F84-4E11-BCC3-2BD6FEF490D6}" dt="2026-07-06T11:57:16.253" v="1" actId="478"/>
          <ac:picMkLst>
            <pc:docMk/>
            <pc:sldMk cId="2437223704" sldId="258"/>
            <ac:picMk id="19" creationId="{97BC008A-E8AD-EDD4-6D27-28BFA91EE6D6}"/>
          </ac:picMkLst>
        </pc:picChg>
        <pc:picChg chg="del">
          <ac:chgData name="Elena Plekhanova" userId="4c2ea778f0dd3283" providerId="LiveId" clId="{AF8FB425-8F84-4E11-BCC3-2BD6FEF490D6}" dt="2026-07-06T11:57:25.984" v="5" actId="478"/>
          <ac:picMkLst>
            <pc:docMk/>
            <pc:sldMk cId="2437223704" sldId="258"/>
            <ac:picMk id="27" creationId="{E889FD6B-CF4A-BF14-DE2B-65BE717753C3}"/>
          </ac:picMkLst>
        </pc:picChg>
      </pc:sldChg>
      <pc:sldChg chg="addSp delSp modSp add mod">
        <pc:chgData name="Elena Plekhanova" userId="4c2ea778f0dd3283" providerId="LiveId" clId="{AF8FB425-8F84-4E11-BCC3-2BD6FEF490D6}" dt="2026-07-06T12:18:35.112" v="576" actId="1038"/>
        <pc:sldMkLst>
          <pc:docMk/>
          <pc:sldMk cId="2123513333" sldId="259"/>
        </pc:sldMkLst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4" creationId="{C0C12B87-B462-3840-0770-A181B1B2FF75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5" creationId="{058F7791-7F99-718A-F349-AF58DAEE330C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6" creationId="{B4869142-3560-0EC9-1FF5-099CFD77FCD2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23" creationId="{8519C571-429B-EA79-4E57-02E9AF4E8F98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28" creationId="{0CF12411-59CD-6309-FDEC-D2F0F31F4744}"/>
          </ac:spMkLst>
        </pc:spChg>
        <pc:picChg chg="del mod">
          <ac:chgData name="Elena Plekhanova" userId="4c2ea778f0dd3283" providerId="LiveId" clId="{AF8FB425-8F84-4E11-BCC3-2BD6FEF490D6}" dt="2026-07-06T12:09:36.251" v="119" actId="478"/>
          <ac:picMkLst>
            <pc:docMk/>
            <pc:sldMk cId="2123513333" sldId="259"/>
            <ac:picMk id="3" creationId="{E390CF49-DC67-81CE-314A-715D9CFC2C5E}"/>
          </ac:picMkLst>
        </pc:picChg>
        <pc:picChg chg="add mod or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4" creationId="{5DD19ECA-B3E1-E699-602E-D5F959337248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5" creationId="{D26E9669-8003-FB4B-4F30-DD838192E9E1}"/>
          </ac:picMkLst>
        </pc:picChg>
        <pc:picChg chg="del mod">
          <ac:chgData name="Elena Plekhanova" userId="4c2ea778f0dd3283" providerId="LiveId" clId="{AF8FB425-8F84-4E11-BCC3-2BD6FEF490D6}" dt="2026-07-06T12:09:35.344" v="118" actId="478"/>
          <ac:picMkLst>
            <pc:docMk/>
            <pc:sldMk cId="2123513333" sldId="259"/>
            <ac:picMk id="9" creationId="{B95EC8D9-1786-24CA-582E-9486167B279F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19" creationId="{725A8BC2-5C21-7005-F490-D6B9F4F2D839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27" creationId="{2500FA33-5488-5B4A-9327-580161F6E79C}"/>
          </ac:picMkLst>
        </pc:picChg>
      </pc:sldChg>
      <pc:sldChg chg="add del">
        <pc:chgData name="Elena Plekhanova" userId="4c2ea778f0dd3283" providerId="LiveId" clId="{AF8FB425-8F84-4E11-BCC3-2BD6FEF490D6}" dt="2026-07-06T12:11:49.911" v="266" actId="47"/>
        <pc:sldMkLst>
          <pc:docMk/>
          <pc:sldMk cId="1914568894" sldId="260"/>
        </pc:sldMkLst>
      </pc:sldChg>
      <pc:sldMasterChg chg="modSp modSldLayout">
        <pc:chgData name="Elena Plekhanova" userId="4c2ea778f0dd3283" providerId="LiveId" clId="{AF8FB425-8F84-4E11-BCC3-2BD6FEF490D6}" dt="2026-07-06T12:17:47.946" v="454"/>
        <pc:sldMasterMkLst>
          <pc:docMk/>
          <pc:sldMasterMk cId="1509571000" sldId="2147483672"/>
        </pc:sldMasterMkLst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471904559" sldId="2147483673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1904559" sldId="214748367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1904559" sldId="2147483673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956534566" sldId="2147483675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956534566" sldId="214748367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956534566" sldId="214748367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1197317840" sldId="2147483676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1197317840" sldId="2147483676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1197317840" sldId="2147483676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638284437" sldId="2147483677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478266447" sldId="2147483680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706640418" sldId="2147483681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734073817" sldId="2147483683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34073817" sldId="214748368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34073817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Elena Plekhanova" userId="4c2ea778f0dd3283" providerId="LiveId" clId="{AF8FB425-8F84-4E11-BCC3-2BD6FEF490D6}" dt="2026-07-06T12:09:01.525" v="115"/>
        <pc:sldMasterMkLst>
          <pc:docMk/>
          <pc:sldMasterMk cId="1561622895" sldId="2147483684"/>
        </pc:sldMasterMkLst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953779403" sldId="2147483685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953779403" sldId="214748368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953779403" sldId="214748368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174565567" sldId="2147483687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74565567" sldId="214748368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74565567" sldId="2147483687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187654911" sldId="2147483688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87654911" sldId="2147483688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87654911" sldId="2147483688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439887887" sldId="2147483689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221371716" sldId="2147483692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808936890" sldId="2147483693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424512087" sldId="2147483695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424512087" sldId="214748369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424512087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Elena Plekhanova" userId="4c2ea778f0dd3283" providerId="LiveId" clId="{AF8FB425-8F84-4E11-BCC3-2BD6FEF490D6}" dt="2026-07-06T12:16:48.682" v="447"/>
        <pc:sldMasterMkLst>
          <pc:docMk/>
          <pc:sldMasterMk cId="2115326465" sldId="2147483684"/>
        </pc:sldMasterMkLst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4069644202" sldId="2147483685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4069644202" sldId="214748368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4069644202" sldId="214748368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2947373850" sldId="2147483687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947373850" sldId="214748368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947373850" sldId="2147483687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550152143" sldId="2147483688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550152143" sldId="2147483688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550152143" sldId="2147483688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776905340" sldId="2147483689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1203775448" sldId="2147483692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2606521840" sldId="2147483693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805964439" sldId="2147483695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805964439" sldId="214748369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805964439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21660"/>
            <a:ext cx="5829300" cy="302429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562581"/>
            <a:ext cx="5143500" cy="20972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7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9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165670"/>
            <a:ext cx="5915025" cy="361346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813322"/>
            <a:ext cx="5915025" cy="19002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1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12458"/>
            <a:ext cx="291465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12458"/>
            <a:ext cx="291465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62494"/>
            <a:ext cx="5915025" cy="1679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129473"/>
            <a:ext cx="2901255" cy="10436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173095"/>
            <a:ext cx="2901255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129473"/>
            <a:ext cx="2915543" cy="10436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173095"/>
            <a:ext cx="2915543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4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7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79120"/>
            <a:ext cx="2211884" cy="20269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50740"/>
            <a:ext cx="3471863" cy="617325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06040"/>
            <a:ext cx="2211884" cy="48280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5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79120"/>
            <a:ext cx="2211884" cy="20269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50740"/>
            <a:ext cx="3471863" cy="617325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06040"/>
            <a:ext cx="2211884" cy="48280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4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62492"/>
            <a:ext cx="1478756" cy="736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62492"/>
            <a:ext cx="4350544" cy="736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2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62494"/>
            <a:ext cx="5915025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12458"/>
            <a:ext cx="5915025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051378"/>
            <a:ext cx="154305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051378"/>
            <a:ext cx="2314575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051378"/>
            <a:ext cx="154305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3EA4-4DAE-ECD0-19AC-1BDA2559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19ECA-B3E1-E699-602E-D5F959337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2" y="226386"/>
            <a:ext cx="6398091" cy="234975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25A8BC2-5C21-7005-F490-D6B9F4F2D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5" t="1443" r="12645"/>
          <a:stretch>
            <a:fillRect/>
          </a:stretch>
        </p:blipFill>
        <p:spPr>
          <a:xfrm>
            <a:off x="378960" y="2723987"/>
            <a:ext cx="3219632" cy="308091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26E9669-8003-FB4B-4F30-DD838192E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972" y="2754963"/>
            <a:ext cx="2829880" cy="282988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0C12B87-B462-3840-0770-A181B1B2FF75}"/>
              </a:ext>
            </a:extLst>
          </p:cNvPr>
          <p:cNvSpPr txBox="1"/>
          <p:nvPr/>
        </p:nvSpPr>
        <p:spPr>
          <a:xfrm>
            <a:off x="180842" y="226730"/>
            <a:ext cx="27627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58F7791-7F99-718A-F349-AF58DAEE330C}"/>
              </a:ext>
            </a:extLst>
          </p:cNvPr>
          <p:cNvSpPr txBox="1"/>
          <p:nvPr/>
        </p:nvSpPr>
        <p:spPr>
          <a:xfrm>
            <a:off x="3452084" y="211240"/>
            <a:ext cx="22493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4869142-3560-0EC9-1FF5-099CFD77FCD2}"/>
              </a:ext>
            </a:extLst>
          </p:cNvPr>
          <p:cNvSpPr txBox="1"/>
          <p:nvPr/>
        </p:nvSpPr>
        <p:spPr>
          <a:xfrm>
            <a:off x="180845" y="2643304"/>
            <a:ext cx="27121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519C571-429B-EA79-4E57-02E9AF4E8F98}"/>
              </a:ext>
            </a:extLst>
          </p:cNvPr>
          <p:cNvSpPr txBox="1"/>
          <p:nvPr/>
        </p:nvSpPr>
        <p:spPr>
          <a:xfrm>
            <a:off x="3741394" y="2672292"/>
            <a:ext cx="22685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2500FA33-5488-5B4A-9327-580161F6E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624" y="5808879"/>
            <a:ext cx="6439239" cy="2759674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0CF12411-59CD-6309-FDEC-D2F0F31F4744}"/>
              </a:ext>
            </a:extLst>
          </p:cNvPr>
          <p:cNvSpPr txBox="1"/>
          <p:nvPr/>
        </p:nvSpPr>
        <p:spPr>
          <a:xfrm>
            <a:off x="180839" y="5710851"/>
            <a:ext cx="49040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e)</a:t>
            </a:r>
          </a:p>
        </p:txBody>
      </p:sp>
    </p:spTree>
    <p:extLst>
      <p:ext uri="{BB962C8B-B14F-4D97-AF65-F5344CB8AC3E}">
        <p14:creationId xmlns:p14="http://schemas.microsoft.com/office/powerpoint/2010/main" val="212351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Rietze</dc:creator>
  <cp:lastModifiedBy>Elena Plekhanova</cp:lastModifiedBy>
  <cp:revision>26</cp:revision>
  <dcterms:created xsi:type="dcterms:W3CDTF">2025-05-21T08:55:30Z</dcterms:created>
  <dcterms:modified xsi:type="dcterms:W3CDTF">2026-07-06T12:33:41Z</dcterms:modified>
</cp:coreProperties>
</file>