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2" autoAdjust="0"/>
    <p:restoredTop sz="94660"/>
  </p:normalViewPr>
  <p:slideViewPr>
    <p:cSldViewPr snapToGrid="0">
      <p:cViewPr>
        <p:scale>
          <a:sx n="51" d="100"/>
          <a:sy n="51" d="100"/>
        </p:scale>
        <p:origin x="18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0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7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34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1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84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0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7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6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4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03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7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CA3DE-D299-44EF-96CE-6A347E2670B1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18884-40D9-4FBF-BDEA-2ACC2CEFE19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7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059F-CAF2-B5AC-DB28-52694F78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97BC008A-E8AD-EDD4-6D27-28BFA91EE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5" t="1443" r="12645"/>
          <a:stretch>
            <a:fillRect/>
          </a:stretch>
        </p:blipFill>
        <p:spPr>
          <a:xfrm>
            <a:off x="420523" y="3466214"/>
            <a:ext cx="3219632" cy="308091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D2EFFEA-88EE-7F46-6BB7-ABF0C45A0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5535" y="3497192"/>
            <a:ext cx="2829879" cy="2829879"/>
          </a:xfrm>
          <a:prstGeom prst="rect">
            <a:avLst/>
          </a:prstGeom>
        </p:spPr>
      </p:pic>
      <p:pic>
        <p:nvPicPr>
          <p:cNvPr id="9" name="Grafik 8" descr="Ein Bild, das Karte, Text, Atlas, Schrift enthält.&#10;&#10;KI-generierte Inhalte können fehlerhaft sein.">
            <a:extLst>
              <a:ext uri="{FF2B5EF4-FFF2-40B4-BE49-F238E27FC236}">
                <a16:creationId xmlns:a16="http://schemas.microsoft.com/office/drawing/2014/main" id="{27B15AC1-CACC-E930-4A89-188CD99B6A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26" y="489669"/>
            <a:ext cx="3681272" cy="2629321"/>
          </a:xfrm>
          <a:prstGeom prst="rect">
            <a:avLst/>
          </a:prstGeom>
        </p:spPr>
      </p:pic>
      <p:pic>
        <p:nvPicPr>
          <p:cNvPr id="3" name="Grafik 2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104FA5B8-9069-AA77-0A21-4E4A41347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76" y="345450"/>
            <a:ext cx="2662224" cy="319466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B922879-0A36-B054-1154-39AC8069A7F6}"/>
              </a:ext>
            </a:extLst>
          </p:cNvPr>
          <p:cNvSpPr txBox="1"/>
          <p:nvPr/>
        </p:nvSpPr>
        <p:spPr>
          <a:xfrm>
            <a:off x="222402" y="206951"/>
            <a:ext cx="276274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4BF42CD-8C17-7978-C079-944522C507B8}"/>
              </a:ext>
            </a:extLst>
          </p:cNvPr>
          <p:cNvSpPr txBox="1"/>
          <p:nvPr/>
        </p:nvSpPr>
        <p:spPr>
          <a:xfrm>
            <a:off x="4195776" y="191462"/>
            <a:ext cx="22493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CF098D4-3E4F-690D-25F6-942746088EB5}"/>
              </a:ext>
            </a:extLst>
          </p:cNvPr>
          <p:cNvSpPr txBox="1"/>
          <p:nvPr/>
        </p:nvSpPr>
        <p:spPr>
          <a:xfrm>
            <a:off x="222402" y="3379900"/>
            <a:ext cx="271211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07EE28D-2732-40BE-B6FA-1CFFD39BD6FD}"/>
              </a:ext>
            </a:extLst>
          </p:cNvPr>
          <p:cNvSpPr txBox="1"/>
          <p:nvPr/>
        </p:nvSpPr>
        <p:spPr>
          <a:xfrm>
            <a:off x="3782949" y="3414520"/>
            <a:ext cx="226857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E889FD6B-CF4A-BF14-DE2B-65BE717753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179" y="6904905"/>
            <a:ext cx="6439239" cy="2759674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55697B79-9DB1-6FA8-6778-B92E00DC4842}"/>
              </a:ext>
            </a:extLst>
          </p:cNvPr>
          <p:cNvSpPr txBox="1"/>
          <p:nvPr/>
        </p:nvSpPr>
        <p:spPr>
          <a:xfrm>
            <a:off x="222402" y="6899186"/>
            <a:ext cx="49040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e)</a:t>
            </a:r>
          </a:p>
        </p:txBody>
      </p:sp>
    </p:spTree>
    <p:extLst>
      <p:ext uri="{BB962C8B-B14F-4D97-AF65-F5344CB8AC3E}">
        <p14:creationId xmlns:p14="http://schemas.microsoft.com/office/powerpoint/2010/main" val="243722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</Words>
  <Application>Microsoft Office PowerPoint</Application>
  <PresentationFormat>A4-Papier (210 x 297 mm)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 Rietze</dc:creator>
  <cp:lastModifiedBy>Nils Rietze</cp:lastModifiedBy>
  <cp:revision>26</cp:revision>
  <dcterms:created xsi:type="dcterms:W3CDTF">2025-05-21T08:55:30Z</dcterms:created>
  <dcterms:modified xsi:type="dcterms:W3CDTF">2025-09-29T21:37:54Z</dcterms:modified>
</cp:coreProperties>
</file>