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8" r:id="rId2"/>
  </p:sldIdLst>
  <p:sldSz cx="6858000" cy="76803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0BD058-1A1D-4147-977F-882C9A10BC86}" v="19" dt="2026-07-06T12:18:04.043"/>
    <p1510:client id="{45321AA4-5BF3-45C3-B1E9-02B471104811}" v="4" dt="2026-07-06T12:20:26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1920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ena Plekhanova" userId="4c2ea778f0dd3283" providerId="LiveId" clId="{AF8FB425-8F84-4E11-BCC3-2BD6FEF490D6}"/>
    <pc:docChg chg="undo custSel addSld delSld modSld modMainMaster">
      <pc:chgData name="Elena Plekhanova" userId="4c2ea778f0dd3283" providerId="LiveId" clId="{AF8FB425-8F84-4E11-BCC3-2BD6FEF490D6}" dt="2026-07-06T12:20:34.616" v="595" actId="1035"/>
      <pc:docMkLst>
        <pc:docMk/>
      </pc:docMkLst>
      <pc:sldChg chg="addSp delSp modSp mod">
        <pc:chgData name="Elena Plekhanova" userId="4c2ea778f0dd3283" providerId="LiveId" clId="{AF8FB425-8F84-4E11-BCC3-2BD6FEF490D6}" dt="2026-07-06T12:20:34.616" v="595" actId="1035"/>
        <pc:sldMkLst>
          <pc:docMk/>
          <pc:sldMk cId="2437223704" sldId="258"/>
        </pc:sldMkLst>
        <pc:spChg chg="add mod ord">
          <ac:chgData name="Elena Plekhanova" userId="4c2ea778f0dd3283" providerId="LiveId" clId="{AF8FB425-8F84-4E11-BCC3-2BD6FEF490D6}" dt="2026-07-06T12:20:34.616" v="595" actId="1035"/>
          <ac:spMkLst>
            <pc:docMk/>
            <pc:sldMk cId="2437223704" sldId="258"/>
            <ac:spMk id="7" creationId="{924E9E0A-76B7-8A13-39FB-1BC01ED9E9AE}"/>
          </ac:spMkLst>
        </pc:spChg>
        <pc:spChg chg="add mod">
          <ac:chgData name="Elena Plekhanova" userId="4c2ea778f0dd3283" providerId="LiveId" clId="{AF8FB425-8F84-4E11-BCC3-2BD6FEF490D6}" dt="2026-07-06T12:20:34.616" v="595" actId="1035"/>
          <ac:spMkLst>
            <pc:docMk/>
            <pc:sldMk cId="2437223704" sldId="258"/>
            <ac:spMk id="8" creationId="{CDA2E15A-DB9B-E0D9-AF99-F05F713883A7}"/>
          </ac:spMkLst>
        </pc:spChg>
        <pc:spChg chg="mod">
          <ac:chgData name="Elena Plekhanova" userId="4c2ea778f0dd3283" providerId="LiveId" clId="{AF8FB425-8F84-4E11-BCC3-2BD6FEF490D6}" dt="2026-07-06T12:20:34.616" v="595" actId="1035"/>
          <ac:spMkLst>
            <pc:docMk/>
            <pc:sldMk cId="2437223704" sldId="258"/>
            <ac:spMk id="14" creationId="{CB922879-0A36-B054-1154-39AC8069A7F6}"/>
          </ac:spMkLst>
        </pc:spChg>
        <pc:spChg chg="mod">
          <ac:chgData name="Elena Plekhanova" userId="4c2ea778f0dd3283" providerId="LiveId" clId="{AF8FB425-8F84-4E11-BCC3-2BD6FEF490D6}" dt="2026-07-06T12:20:34.616" v="595" actId="1035"/>
          <ac:spMkLst>
            <pc:docMk/>
            <pc:sldMk cId="2437223704" sldId="258"/>
            <ac:spMk id="15" creationId="{B4BF42CD-8C17-7978-C079-944522C507B8}"/>
          </ac:spMkLst>
        </pc:spChg>
        <pc:spChg chg="mod">
          <ac:chgData name="Elena Plekhanova" userId="4c2ea778f0dd3283" providerId="LiveId" clId="{AF8FB425-8F84-4E11-BCC3-2BD6FEF490D6}" dt="2026-07-06T12:20:34.616" v="595" actId="1035"/>
          <ac:spMkLst>
            <pc:docMk/>
            <pc:sldMk cId="2437223704" sldId="258"/>
            <ac:spMk id="16" creationId="{FCF098D4-3E4F-690D-25F6-942746088EB5}"/>
          </ac:spMkLst>
        </pc:spChg>
        <pc:spChg chg="mod">
          <ac:chgData name="Elena Plekhanova" userId="4c2ea778f0dd3283" providerId="LiveId" clId="{AF8FB425-8F84-4E11-BCC3-2BD6FEF490D6}" dt="2026-07-06T12:20:34.616" v="595" actId="1035"/>
          <ac:spMkLst>
            <pc:docMk/>
            <pc:sldMk cId="2437223704" sldId="258"/>
            <ac:spMk id="23" creationId="{307EE28D-2732-40BE-B6FA-1CFFD39BD6FD}"/>
          </ac:spMkLst>
        </pc:spChg>
        <pc:spChg chg="mod">
          <ac:chgData name="Elena Plekhanova" userId="4c2ea778f0dd3283" providerId="LiveId" clId="{AF8FB425-8F84-4E11-BCC3-2BD6FEF490D6}" dt="2026-07-06T12:20:34.616" v="595" actId="1035"/>
          <ac:spMkLst>
            <pc:docMk/>
            <pc:sldMk cId="2437223704" sldId="258"/>
            <ac:spMk id="28" creationId="{55697B79-9DB1-6FA8-6778-B92E00DC4842}"/>
          </ac:spMkLst>
        </pc:spChg>
        <pc:picChg chg="mod">
          <ac:chgData name="Elena Plekhanova" userId="4c2ea778f0dd3283" providerId="LiveId" clId="{AF8FB425-8F84-4E11-BCC3-2BD6FEF490D6}" dt="2026-07-06T12:20:34.616" v="595" actId="1035"/>
          <ac:picMkLst>
            <pc:docMk/>
            <pc:sldMk cId="2437223704" sldId="258"/>
            <ac:picMk id="3" creationId="{104FA5B8-9069-AA77-0A21-4E4A413473F7}"/>
          </ac:picMkLst>
        </pc:picChg>
        <pc:picChg chg="add mod ord modCrop">
          <ac:chgData name="Elena Plekhanova" userId="4c2ea778f0dd3283" providerId="LiveId" clId="{AF8FB425-8F84-4E11-BCC3-2BD6FEF490D6}" dt="2026-07-06T12:20:34.616" v="595" actId="1035"/>
          <ac:picMkLst>
            <pc:docMk/>
            <pc:sldMk cId="2437223704" sldId="258"/>
            <ac:picMk id="4" creationId="{46FD87D9-EEE4-E308-0E3E-500AE4E2CF87}"/>
          </ac:picMkLst>
        </pc:picChg>
        <pc:picChg chg="del">
          <ac:chgData name="Elena Plekhanova" userId="4c2ea778f0dd3283" providerId="LiveId" clId="{AF8FB425-8F84-4E11-BCC3-2BD6FEF490D6}" dt="2026-07-06T11:57:24.091" v="4" actId="478"/>
          <ac:picMkLst>
            <pc:docMk/>
            <pc:sldMk cId="2437223704" sldId="258"/>
            <ac:picMk id="5" creationId="{8D2EFFEA-88EE-7F46-6BB7-ABF0C45A0537}"/>
          </ac:picMkLst>
        </pc:picChg>
        <pc:picChg chg="add mod ord modCrop">
          <ac:chgData name="Elena Plekhanova" userId="4c2ea778f0dd3283" providerId="LiveId" clId="{AF8FB425-8F84-4E11-BCC3-2BD6FEF490D6}" dt="2026-07-06T12:18:13.558" v="500" actId="1035"/>
          <ac:picMkLst>
            <pc:docMk/>
            <pc:sldMk cId="2437223704" sldId="258"/>
            <ac:picMk id="6" creationId="{DCF8779F-655C-32F2-0B71-DB9D365EB868}"/>
          </ac:picMkLst>
        </pc:picChg>
        <pc:picChg chg="mod">
          <ac:chgData name="Elena Plekhanova" userId="4c2ea778f0dd3283" providerId="LiveId" clId="{AF8FB425-8F84-4E11-BCC3-2BD6FEF490D6}" dt="2026-07-06T12:20:34.616" v="595" actId="1035"/>
          <ac:picMkLst>
            <pc:docMk/>
            <pc:sldMk cId="2437223704" sldId="258"/>
            <ac:picMk id="9" creationId="{27B15AC1-CACC-E930-4A89-188CD99B6A4F}"/>
          </ac:picMkLst>
        </pc:picChg>
        <pc:picChg chg="del">
          <ac:chgData name="Elena Plekhanova" userId="4c2ea778f0dd3283" providerId="LiveId" clId="{AF8FB425-8F84-4E11-BCC3-2BD6FEF490D6}" dt="2026-07-06T11:57:16.253" v="1" actId="478"/>
          <ac:picMkLst>
            <pc:docMk/>
            <pc:sldMk cId="2437223704" sldId="258"/>
            <ac:picMk id="19" creationId="{97BC008A-E8AD-EDD4-6D27-28BFA91EE6D6}"/>
          </ac:picMkLst>
        </pc:picChg>
        <pc:picChg chg="del">
          <ac:chgData name="Elena Plekhanova" userId="4c2ea778f0dd3283" providerId="LiveId" clId="{AF8FB425-8F84-4E11-BCC3-2BD6FEF490D6}" dt="2026-07-06T11:57:25.984" v="5" actId="478"/>
          <ac:picMkLst>
            <pc:docMk/>
            <pc:sldMk cId="2437223704" sldId="258"/>
            <ac:picMk id="27" creationId="{E889FD6B-CF4A-BF14-DE2B-65BE717753C3}"/>
          </ac:picMkLst>
        </pc:picChg>
      </pc:sldChg>
      <pc:sldChg chg="addSp delSp modSp add del mod">
        <pc:chgData name="Elena Plekhanova" userId="4c2ea778f0dd3283" providerId="LiveId" clId="{AF8FB425-8F84-4E11-BCC3-2BD6FEF490D6}" dt="2026-07-06T12:19:09.421" v="577" actId="47"/>
        <pc:sldMkLst>
          <pc:docMk/>
          <pc:sldMk cId="2123513333" sldId="259"/>
        </pc:sldMkLst>
        <pc:spChg chg="mod">
          <ac:chgData name="Elena Plekhanova" userId="4c2ea778f0dd3283" providerId="LiveId" clId="{AF8FB425-8F84-4E11-BCC3-2BD6FEF490D6}" dt="2026-07-06T12:18:35.112" v="576" actId="1038"/>
          <ac:spMkLst>
            <pc:docMk/>
            <pc:sldMk cId="2123513333" sldId="259"/>
            <ac:spMk id="14" creationId="{C0C12B87-B462-3840-0770-A181B1B2FF75}"/>
          </ac:spMkLst>
        </pc:spChg>
        <pc:spChg chg="mod">
          <ac:chgData name="Elena Plekhanova" userId="4c2ea778f0dd3283" providerId="LiveId" clId="{AF8FB425-8F84-4E11-BCC3-2BD6FEF490D6}" dt="2026-07-06T12:18:35.112" v="576" actId="1038"/>
          <ac:spMkLst>
            <pc:docMk/>
            <pc:sldMk cId="2123513333" sldId="259"/>
            <ac:spMk id="15" creationId="{058F7791-7F99-718A-F349-AF58DAEE330C}"/>
          </ac:spMkLst>
        </pc:spChg>
        <pc:spChg chg="mod">
          <ac:chgData name="Elena Plekhanova" userId="4c2ea778f0dd3283" providerId="LiveId" clId="{AF8FB425-8F84-4E11-BCC3-2BD6FEF490D6}" dt="2026-07-06T12:18:35.112" v="576" actId="1038"/>
          <ac:spMkLst>
            <pc:docMk/>
            <pc:sldMk cId="2123513333" sldId="259"/>
            <ac:spMk id="16" creationId="{B4869142-3560-0EC9-1FF5-099CFD77FCD2}"/>
          </ac:spMkLst>
        </pc:spChg>
        <pc:spChg chg="mod">
          <ac:chgData name="Elena Plekhanova" userId="4c2ea778f0dd3283" providerId="LiveId" clId="{AF8FB425-8F84-4E11-BCC3-2BD6FEF490D6}" dt="2026-07-06T12:18:35.112" v="576" actId="1038"/>
          <ac:spMkLst>
            <pc:docMk/>
            <pc:sldMk cId="2123513333" sldId="259"/>
            <ac:spMk id="23" creationId="{8519C571-429B-EA79-4E57-02E9AF4E8F98}"/>
          </ac:spMkLst>
        </pc:spChg>
        <pc:spChg chg="mod">
          <ac:chgData name="Elena Plekhanova" userId="4c2ea778f0dd3283" providerId="LiveId" clId="{AF8FB425-8F84-4E11-BCC3-2BD6FEF490D6}" dt="2026-07-06T12:18:35.112" v="576" actId="1038"/>
          <ac:spMkLst>
            <pc:docMk/>
            <pc:sldMk cId="2123513333" sldId="259"/>
            <ac:spMk id="28" creationId="{0CF12411-59CD-6309-FDEC-D2F0F31F4744}"/>
          </ac:spMkLst>
        </pc:spChg>
        <pc:picChg chg="del mod">
          <ac:chgData name="Elena Plekhanova" userId="4c2ea778f0dd3283" providerId="LiveId" clId="{AF8FB425-8F84-4E11-BCC3-2BD6FEF490D6}" dt="2026-07-06T12:09:36.251" v="119" actId="478"/>
          <ac:picMkLst>
            <pc:docMk/>
            <pc:sldMk cId="2123513333" sldId="259"/>
            <ac:picMk id="3" creationId="{E390CF49-DC67-81CE-314A-715D9CFC2C5E}"/>
          </ac:picMkLst>
        </pc:picChg>
        <pc:picChg chg="add mod ord">
          <ac:chgData name="Elena Plekhanova" userId="4c2ea778f0dd3283" providerId="LiveId" clId="{AF8FB425-8F84-4E11-BCC3-2BD6FEF490D6}" dt="2026-07-06T12:18:35.112" v="576" actId="1038"/>
          <ac:picMkLst>
            <pc:docMk/>
            <pc:sldMk cId="2123513333" sldId="259"/>
            <ac:picMk id="4" creationId="{5DD19ECA-B3E1-E699-602E-D5F959337248}"/>
          </ac:picMkLst>
        </pc:picChg>
        <pc:picChg chg="mod">
          <ac:chgData name="Elena Plekhanova" userId="4c2ea778f0dd3283" providerId="LiveId" clId="{AF8FB425-8F84-4E11-BCC3-2BD6FEF490D6}" dt="2026-07-06T12:18:35.112" v="576" actId="1038"/>
          <ac:picMkLst>
            <pc:docMk/>
            <pc:sldMk cId="2123513333" sldId="259"/>
            <ac:picMk id="5" creationId="{D26E9669-8003-FB4B-4F30-DD838192E9E1}"/>
          </ac:picMkLst>
        </pc:picChg>
        <pc:picChg chg="del mod">
          <ac:chgData name="Elena Plekhanova" userId="4c2ea778f0dd3283" providerId="LiveId" clId="{AF8FB425-8F84-4E11-BCC3-2BD6FEF490D6}" dt="2026-07-06T12:09:35.344" v="118" actId="478"/>
          <ac:picMkLst>
            <pc:docMk/>
            <pc:sldMk cId="2123513333" sldId="259"/>
            <ac:picMk id="9" creationId="{B95EC8D9-1786-24CA-582E-9486167B279F}"/>
          </ac:picMkLst>
        </pc:picChg>
        <pc:picChg chg="mod">
          <ac:chgData name="Elena Plekhanova" userId="4c2ea778f0dd3283" providerId="LiveId" clId="{AF8FB425-8F84-4E11-BCC3-2BD6FEF490D6}" dt="2026-07-06T12:18:35.112" v="576" actId="1038"/>
          <ac:picMkLst>
            <pc:docMk/>
            <pc:sldMk cId="2123513333" sldId="259"/>
            <ac:picMk id="19" creationId="{725A8BC2-5C21-7005-F490-D6B9F4F2D839}"/>
          </ac:picMkLst>
        </pc:picChg>
        <pc:picChg chg="mod">
          <ac:chgData name="Elena Plekhanova" userId="4c2ea778f0dd3283" providerId="LiveId" clId="{AF8FB425-8F84-4E11-BCC3-2BD6FEF490D6}" dt="2026-07-06T12:18:35.112" v="576" actId="1038"/>
          <ac:picMkLst>
            <pc:docMk/>
            <pc:sldMk cId="2123513333" sldId="259"/>
            <ac:picMk id="27" creationId="{2500FA33-5488-5B4A-9327-580161F6E79C}"/>
          </ac:picMkLst>
        </pc:picChg>
      </pc:sldChg>
      <pc:sldChg chg="add del">
        <pc:chgData name="Elena Plekhanova" userId="4c2ea778f0dd3283" providerId="LiveId" clId="{AF8FB425-8F84-4E11-BCC3-2BD6FEF490D6}" dt="2026-07-06T12:11:49.911" v="266" actId="47"/>
        <pc:sldMkLst>
          <pc:docMk/>
          <pc:sldMk cId="1914568894" sldId="260"/>
        </pc:sldMkLst>
      </pc:sldChg>
      <pc:sldMasterChg chg="modSp modSldLayout">
        <pc:chgData name="Elena Plekhanova" userId="4c2ea778f0dd3283" providerId="LiveId" clId="{AF8FB425-8F84-4E11-BCC3-2BD6FEF490D6}" dt="2026-07-06T12:17:47.946" v="454"/>
        <pc:sldMasterMkLst>
          <pc:docMk/>
          <pc:sldMasterMk cId="1509571000" sldId="2147483672"/>
        </pc:sldMasterMkLst>
        <pc:spChg chg="mod">
          <ac:chgData name="Elena Plekhanova" userId="4c2ea778f0dd3283" providerId="LiveId" clId="{AF8FB425-8F84-4E11-BCC3-2BD6FEF490D6}" dt="2026-07-06T12:17:47.946" v="454"/>
          <ac:spMkLst>
            <pc:docMk/>
            <pc:sldMasterMk cId="1509571000" sldId="2147483672"/>
            <ac:spMk id="2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17:47.946" v="454"/>
          <ac:spMkLst>
            <pc:docMk/>
            <pc:sldMasterMk cId="1509571000" sldId="2147483672"/>
            <ac:spMk id="3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17:47.946" v="454"/>
          <ac:spMkLst>
            <pc:docMk/>
            <pc:sldMasterMk cId="1509571000" sldId="2147483672"/>
            <ac:spMk id="4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17:47.946" v="454"/>
          <ac:spMkLst>
            <pc:docMk/>
            <pc:sldMasterMk cId="1509571000" sldId="2147483672"/>
            <ac:spMk id="5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17:47.946" v="454"/>
          <ac:spMkLst>
            <pc:docMk/>
            <pc:sldMasterMk cId="1509571000" sldId="2147483672"/>
            <ac:spMk id="6" creationId="{00000000-0000-0000-0000-000000000000}"/>
          </ac:spMkLst>
        </pc:spChg>
        <pc:sldLayoutChg chg="modSp">
          <pc:chgData name="Elena Plekhanova" userId="4c2ea778f0dd3283" providerId="LiveId" clId="{AF8FB425-8F84-4E11-BCC3-2BD6FEF490D6}" dt="2026-07-06T12:17:47.946" v="454"/>
          <pc:sldLayoutMkLst>
            <pc:docMk/>
            <pc:sldMasterMk cId="1509571000" sldId="2147483672"/>
            <pc:sldLayoutMk cId="471904559" sldId="2147483673"/>
          </pc:sldLayoutMkLst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471904559" sldId="2147483673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471904559" sldId="2147483673"/>
              <ac:spMk id="3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7:47.946" v="454"/>
          <pc:sldLayoutMkLst>
            <pc:docMk/>
            <pc:sldMasterMk cId="1509571000" sldId="2147483672"/>
            <pc:sldLayoutMk cId="3956534566" sldId="2147483675"/>
          </pc:sldLayoutMkLst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3956534566" sldId="2147483675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3956534566" sldId="2147483675"/>
              <ac:spMk id="3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7:47.946" v="454"/>
          <pc:sldLayoutMkLst>
            <pc:docMk/>
            <pc:sldMasterMk cId="1509571000" sldId="2147483672"/>
            <pc:sldLayoutMk cId="1197317840" sldId="2147483676"/>
          </pc:sldLayoutMkLst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1197317840" sldId="2147483676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1197317840" sldId="2147483676"/>
              <ac:spMk id="4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7:47.946" v="454"/>
          <pc:sldLayoutMkLst>
            <pc:docMk/>
            <pc:sldMasterMk cId="1509571000" sldId="2147483672"/>
            <pc:sldLayoutMk cId="638284437" sldId="2147483677"/>
          </pc:sldLayoutMkLst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638284437" sldId="2147483677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638284437" sldId="2147483677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638284437" sldId="2147483677"/>
              <ac:spMk id="4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638284437" sldId="2147483677"/>
              <ac:spMk id="5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638284437" sldId="2147483677"/>
              <ac:spMk id="6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7:47.946" v="454"/>
          <pc:sldLayoutMkLst>
            <pc:docMk/>
            <pc:sldMasterMk cId="1509571000" sldId="2147483672"/>
            <pc:sldLayoutMk cId="478266447" sldId="2147483680"/>
          </pc:sldLayoutMkLst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478266447" sldId="2147483680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478266447" sldId="2147483680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478266447" sldId="2147483680"/>
              <ac:spMk id="4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7:47.946" v="454"/>
          <pc:sldLayoutMkLst>
            <pc:docMk/>
            <pc:sldMasterMk cId="1509571000" sldId="2147483672"/>
            <pc:sldLayoutMk cId="3706640418" sldId="2147483681"/>
          </pc:sldLayoutMkLst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3706640418" sldId="2147483681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3706640418" sldId="2147483681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3706640418" sldId="2147483681"/>
              <ac:spMk id="4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7:47.946" v="454"/>
          <pc:sldLayoutMkLst>
            <pc:docMk/>
            <pc:sldMasterMk cId="1509571000" sldId="2147483672"/>
            <pc:sldLayoutMk cId="3734073817" sldId="2147483683"/>
          </pc:sldLayoutMkLst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3734073817" sldId="2147483683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7:47.946" v="454"/>
            <ac:spMkLst>
              <pc:docMk/>
              <pc:sldMasterMk cId="1509571000" sldId="2147483672"/>
              <pc:sldLayoutMk cId="3734073817" sldId="2147483683"/>
              <ac:spMk id="3" creationId="{00000000-0000-0000-0000-000000000000}"/>
            </ac:spMkLst>
          </pc:spChg>
        </pc:sldLayoutChg>
      </pc:sldMasterChg>
      <pc:sldMasterChg chg="modSp modSldLayout">
        <pc:chgData name="Elena Plekhanova" userId="4c2ea778f0dd3283" providerId="LiveId" clId="{AF8FB425-8F84-4E11-BCC3-2BD6FEF490D6}" dt="2026-07-06T12:09:01.525" v="115"/>
        <pc:sldMasterMkLst>
          <pc:docMk/>
          <pc:sldMasterMk cId="1561622895" sldId="2147483684"/>
        </pc:sldMasterMkLst>
        <pc:spChg chg="mod">
          <ac:chgData name="Elena Plekhanova" userId="4c2ea778f0dd3283" providerId="LiveId" clId="{AF8FB425-8F84-4E11-BCC3-2BD6FEF490D6}" dt="2026-07-06T12:09:01.525" v="115"/>
          <ac:spMkLst>
            <pc:docMk/>
            <pc:sldMasterMk cId="1561622895" sldId="2147483684"/>
            <ac:spMk id="2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09:01.525" v="115"/>
          <ac:spMkLst>
            <pc:docMk/>
            <pc:sldMasterMk cId="1561622895" sldId="2147483684"/>
            <ac:spMk id="3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09:01.525" v="115"/>
          <ac:spMkLst>
            <pc:docMk/>
            <pc:sldMasterMk cId="1561622895" sldId="2147483684"/>
            <ac:spMk id="4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09:01.525" v="115"/>
          <ac:spMkLst>
            <pc:docMk/>
            <pc:sldMasterMk cId="1561622895" sldId="2147483684"/>
            <ac:spMk id="5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09:01.525" v="115"/>
          <ac:spMkLst>
            <pc:docMk/>
            <pc:sldMasterMk cId="1561622895" sldId="2147483684"/>
            <ac:spMk id="6" creationId="{00000000-0000-0000-0000-000000000000}"/>
          </ac:spMkLst>
        </pc:spChg>
        <pc:sldLayoutChg chg="modSp">
          <pc:chgData name="Elena Plekhanova" userId="4c2ea778f0dd3283" providerId="LiveId" clId="{AF8FB425-8F84-4E11-BCC3-2BD6FEF490D6}" dt="2026-07-06T12:09:01.525" v="115"/>
          <pc:sldLayoutMkLst>
            <pc:docMk/>
            <pc:sldMasterMk cId="1561622895" sldId="2147483684"/>
            <pc:sldLayoutMk cId="3953779403" sldId="2147483685"/>
          </pc:sldLayoutMkLst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953779403" sldId="2147483685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953779403" sldId="2147483685"/>
              <ac:spMk id="3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09:01.525" v="115"/>
          <pc:sldLayoutMkLst>
            <pc:docMk/>
            <pc:sldMasterMk cId="1561622895" sldId="2147483684"/>
            <pc:sldLayoutMk cId="1174565567" sldId="2147483687"/>
          </pc:sldLayoutMkLst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1174565567" sldId="2147483687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1174565567" sldId="2147483687"/>
              <ac:spMk id="3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09:01.525" v="115"/>
          <pc:sldLayoutMkLst>
            <pc:docMk/>
            <pc:sldMasterMk cId="1561622895" sldId="2147483684"/>
            <pc:sldLayoutMk cId="1187654911" sldId="2147483688"/>
          </pc:sldLayoutMkLst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1187654911" sldId="2147483688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1187654911" sldId="2147483688"/>
              <ac:spMk id="4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09:01.525" v="115"/>
          <pc:sldLayoutMkLst>
            <pc:docMk/>
            <pc:sldMasterMk cId="1561622895" sldId="2147483684"/>
            <pc:sldLayoutMk cId="3439887887" sldId="2147483689"/>
          </pc:sldLayoutMkLst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439887887" sldId="2147483689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439887887" sldId="2147483689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439887887" sldId="2147483689"/>
              <ac:spMk id="4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439887887" sldId="2147483689"/>
              <ac:spMk id="5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439887887" sldId="2147483689"/>
              <ac:spMk id="6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09:01.525" v="115"/>
          <pc:sldLayoutMkLst>
            <pc:docMk/>
            <pc:sldMasterMk cId="1561622895" sldId="2147483684"/>
            <pc:sldLayoutMk cId="1221371716" sldId="2147483692"/>
          </pc:sldLayoutMkLst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1221371716" sldId="2147483692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1221371716" sldId="2147483692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1221371716" sldId="2147483692"/>
              <ac:spMk id="4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09:01.525" v="115"/>
          <pc:sldLayoutMkLst>
            <pc:docMk/>
            <pc:sldMasterMk cId="1561622895" sldId="2147483684"/>
            <pc:sldLayoutMk cId="3808936890" sldId="2147483693"/>
          </pc:sldLayoutMkLst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808936890" sldId="2147483693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808936890" sldId="2147483693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3808936890" sldId="2147483693"/>
              <ac:spMk id="4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09:01.525" v="115"/>
          <pc:sldLayoutMkLst>
            <pc:docMk/>
            <pc:sldMasterMk cId="1561622895" sldId="2147483684"/>
            <pc:sldLayoutMk cId="424512087" sldId="2147483695"/>
          </pc:sldLayoutMkLst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424512087" sldId="2147483695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09:01.525" v="115"/>
            <ac:spMkLst>
              <pc:docMk/>
              <pc:sldMasterMk cId="1561622895" sldId="2147483684"/>
              <pc:sldLayoutMk cId="424512087" sldId="2147483695"/>
              <ac:spMk id="3" creationId="{00000000-0000-0000-0000-000000000000}"/>
            </ac:spMkLst>
          </pc:spChg>
        </pc:sldLayoutChg>
      </pc:sldMasterChg>
      <pc:sldMasterChg chg="modSp modSldLayout">
        <pc:chgData name="Elena Plekhanova" userId="4c2ea778f0dd3283" providerId="LiveId" clId="{AF8FB425-8F84-4E11-BCC3-2BD6FEF490D6}" dt="2026-07-06T12:16:48.682" v="447"/>
        <pc:sldMasterMkLst>
          <pc:docMk/>
          <pc:sldMasterMk cId="2115326465" sldId="2147483684"/>
        </pc:sldMasterMkLst>
        <pc:spChg chg="mod">
          <ac:chgData name="Elena Plekhanova" userId="4c2ea778f0dd3283" providerId="LiveId" clId="{AF8FB425-8F84-4E11-BCC3-2BD6FEF490D6}" dt="2026-07-06T12:16:48.682" v="447"/>
          <ac:spMkLst>
            <pc:docMk/>
            <pc:sldMasterMk cId="2115326465" sldId="2147483684"/>
            <ac:spMk id="2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16:48.682" v="447"/>
          <ac:spMkLst>
            <pc:docMk/>
            <pc:sldMasterMk cId="2115326465" sldId="2147483684"/>
            <ac:spMk id="3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16:48.682" v="447"/>
          <ac:spMkLst>
            <pc:docMk/>
            <pc:sldMasterMk cId="2115326465" sldId="2147483684"/>
            <ac:spMk id="4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16:48.682" v="447"/>
          <ac:spMkLst>
            <pc:docMk/>
            <pc:sldMasterMk cId="2115326465" sldId="2147483684"/>
            <ac:spMk id="5" creationId="{00000000-0000-0000-0000-000000000000}"/>
          </ac:spMkLst>
        </pc:spChg>
        <pc:spChg chg="mod">
          <ac:chgData name="Elena Plekhanova" userId="4c2ea778f0dd3283" providerId="LiveId" clId="{AF8FB425-8F84-4E11-BCC3-2BD6FEF490D6}" dt="2026-07-06T12:16:48.682" v="447"/>
          <ac:spMkLst>
            <pc:docMk/>
            <pc:sldMasterMk cId="2115326465" sldId="2147483684"/>
            <ac:spMk id="6" creationId="{00000000-0000-0000-0000-000000000000}"/>
          </ac:spMkLst>
        </pc:spChg>
        <pc:sldLayoutChg chg="modSp">
          <pc:chgData name="Elena Plekhanova" userId="4c2ea778f0dd3283" providerId="LiveId" clId="{AF8FB425-8F84-4E11-BCC3-2BD6FEF490D6}" dt="2026-07-06T12:16:48.682" v="447"/>
          <pc:sldLayoutMkLst>
            <pc:docMk/>
            <pc:sldMasterMk cId="2115326465" sldId="2147483684"/>
            <pc:sldLayoutMk cId="4069644202" sldId="2147483685"/>
          </pc:sldLayoutMkLst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4069644202" sldId="2147483685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4069644202" sldId="2147483685"/>
              <ac:spMk id="3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6:48.682" v="447"/>
          <pc:sldLayoutMkLst>
            <pc:docMk/>
            <pc:sldMasterMk cId="2115326465" sldId="2147483684"/>
            <pc:sldLayoutMk cId="2947373850" sldId="2147483687"/>
          </pc:sldLayoutMkLst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2947373850" sldId="2147483687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2947373850" sldId="2147483687"/>
              <ac:spMk id="3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6:48.682" v="447"/>
          <pc:sldLayoutMkLst>
            <pc:docMk/>
            <pc:sldMasterMk cId="2115326465" sldId="2147483684"/>
            <pc:sldLayoutMk cId="550152143" sldId="2147483688"/>
          </pc:sldLayoutMkLst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550152143" sldId="2147483688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550152143" sldId="2147483688"/>
              <ac:spMk id="4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6:48.682" v="447"/>
          <pc:sldLayoutMkLst>
            <pc:docMk/>
            <pc:sldMasterMk cId="2115326465" sldId="2147483684"/>
            <pc:sldLayoutMk cId="776905340" sldId="2147483689"/>
          </pc:sldLayoutMkLst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776905340" sldId="2147483689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776905340" sldId="2147483689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776905340" sldId="2147483689"/>
              <ac:spMk id="4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776905340" sldId="2147483689"/>
              <ac:spMk id="5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776905340" sldId="2147483689"/>
              <ac:spMk id="6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6:48.682" v="447"/>
          <pc:sldLayoutMkLst>
            <pc:docMk/>
            <pc:sldMasterMk cId="2115326465" sldId="2147483684"/>
            <pc:sldLayoutMk cId="1203775448" sldId="2147483692"/>
          </pc:sldLayoutMkLst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1203775448" sldId="2147483692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1203775448" sldId="2147483692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1203775448" sldId="2147483692"/>
              <ac:spMk id="4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6:48.682" v="447"/>
          <pc:sldLayoutMkLst>
            <pc:docMk/>
            <pc:sldMasterMk cId="2115326465" sldId="2147483684"/>
            <pc:sldLayoutMk cId="2606521840" sldId="2147483693"/>
          </pc:sldLayoutMkLst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2606521840" sldId="2147483693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2606521840" sldId="2147483693"/>
              <ac:spMk id="3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2606521840" sldId="2147483693"/>
              <ac:spMk id="4" creationId="{00000000-0000-0000-0000-000000000000}"/>
            </ac:spMkLst>
          </pc:spChg>
        </pc:sldLayoutChg>
        <pc:sldLayoutChg chg="modSp">
          <pc:chgData name="Elena Plekhanova" userId="4c2ea778f0dd3283" providerId="LiveId" clId="{AF8FB425-8F84-4E11-BCC3-2BD6FEF490D6}" dt="2026-07-06T12:16:48.682" v="447"/>
          <pc:sldLayoutMkLst>
            <pc:docMk/>
            <pc:sldMasterMk cId="2115326465" sldId="2147483684"/>
            <pc:sldLayoutMk cId="805964439" sldId="2147483695"/>
          </pc:sldLayoutMkLst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805964439" sldId="2147483695"/>
              <ac:spMk id="2" creationId="{00000000-0000-0000-0000-000000000000}"/>
            </ac:spMkLst>
          </pc:spChg>
          <pc:spChg chg="mod">
            <ac:chgData name="Elena Plekhanova" userId="4c2ea778f0dd3283" providerId="LiveId" clId="{AF8FB425-8F84-4E11-BCC3-2BD6FEF490D6}" dt="2026-07-06T12:16:48.682" v="447"/>
            <ac:spMkLst>
              <pc:docMk/>
              <pc:sldMasterMk cId="2115326465" sldId="2147483684"/>
              <pc:sldLayoutMk cId="805964439" sldId="2147483695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256943"/>
            <a:ext cx="5829300" cy="267389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033949"/>
            <a:ext cx="5143500" cy="185430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78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5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914750"/>
            <a:ext cx="5915025" cy="319480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5139775"/>
            <a:ext cx="5915025" cy="1680071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86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044531"/>
            <a:ext cx="2914650" cy="4873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044531"/>
            <a:ext cx="2914650" cy="4873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76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08908"/>
            <a:ext cx="5915025" cy="14845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882747"/>
            <a:ext cx="2901255" cy="9227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805452"/>
            <a:ext cx="2901255" cy="41263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882747"/>
            <a:ext cx="2915543" cy="9227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805452"/>
            <a:ext cx="2915543" cy="41263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475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3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17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12022"/>
            <a:ext cx="2211884" cy="17920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105826"/>
            <a:ext cx="3471863" cy="545800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304097"/>
            <a:ext cx="2211884" cy="426862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7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12022"/>
            <a:ext cx="2211884" cy="17920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105826"/>
            <a:ext cx="3471863" cy="545800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304097"/>
            <a:ext cx="2211884" cy="426862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94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2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08906"/>
            <a:ext cx="1478756" cy="65087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08906"/>
            <a:ext cx="4350544" cy="6508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12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08908"/>
            <a:ext cx="5915025" cy="1484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044531"/>
            <a:ext cx="5915025" cy="4873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7118525"/>
            <a:ext cx="1543050" cy="4089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9CA3DE-D299-44EF-96CE-6A347E2670B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7118525"/>
            <a:ext cx="2314575" cy="4089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7118525"/>
            <a:ext cx="1543050" cy="4089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18884-40D9-4FBF-BDEA-2ACC2CEF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41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B059F-CAF2-B5AC-DB28-52694F783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FD87D9-EEE4-E308-0E3E-500AE4E2C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72" b="10775"/>
          <a:stretch>
            <a:fillRect/>
          </a:stretch>
        </p:blipFill>
        <p:spPr>
          <a:xfrm>
            <a:off x="10" y="3587000"/>
            <a:ext cx="6858001" cy="3911876"/>
          </a:xfrm>
          <a:prstGeom prst="rect">
            <a:avLst/>
          </a:prstGeom>
        </p:spPr>
      </p:pic>
      <p:pic>
        <p:nvPicPr>
          <p:cNvPr id="9" name="Grafik 8" descr="Ein Bild, das Karte, Text, Atlas, Schrift enthält.&#10;&#10;KI-generierte Inhalte können fehlerhaft sein.">
            <a:extLst>
              <a:ext uri="{FF2B5EF4-FFF2-40B4-BE49-F238E27FC236}">
                <a16:creationId xmlns:a16="http://schemas.microsoft.com/office/drawing/2014/main" id="{27B15AC1-CACC-E930-4A89-188CD99B6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26" y="368547"/>
            <a:ext cx="3681272" cy="2629322"/>
          </a:xfrm>
          <a:prstGeom prst="rect">
            <a:avLst/>
          </a:prstGeom>
        </p:spPr>
      </p:pic>
      <p:pic>
        <p:nvPicPr>
          <p:cNvPr id="3" name="Grafik 2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104FA5B8-9069-AA77-0A21-4E4A413473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779" y="224327"/>
            <a:ext cx="2662226" cy="3194668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CB922879-0A36-B054-1154-39AC8069A7F6}"/>
              </a:ext>
            </a:extLst>
          </p:cNvPr>
          <p:cNvSpPr txBox="1"/>
          <p:nvPr/>
        </p:nvSpPr>
        <p:spPr>
          <a:xfrm>
            <a:off x="222411" y="85833"/>
            <a:ext cx="276274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a)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4BF42CD-8C17-7978-C079-944522C507B8}"/>
              </a:ext>
            </a:extLst>
          </p:cNvPr>
          <p:cNvSpPr txBox="1"/>
          <p:nvPr/>
        </p:nvSpPr>
        <p:spPr>
          <a:xfrm>
            <a:off x="4195777" y="70343"/>
            <a:ext cx="22493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CF098D4-3E4F-690D-25F6-942746088EB5}"/>
              </a:ext>
            </a:extLst>
          </p:cNvPr>
          <p:cNvSpPr txBox="1"/>
          <p:nvPr/>
        </p:nvSpPr>
        <p:spPr>
          <a:xfrm>
            <a:off x="222413" y="3258785"/>
            <a:ext cx="271211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c)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07EE28D-2732-40BE-B6FA-1CFFD39BD6FD}"/>
              </a:ext>
            </a:extLst>
          </p:cNvPr>
          <p:cNvSpPr txBox="1"/>
          <p:nvPr/>
        </p:nvSpPr>
        <p:spPr>
          <a:xfrm>
            <a:off x="2737943" y="3293404"/>
            <a:ext cx="226857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4E9E0A-76B7-8A13-39FB-1BC01ED9E9AE}"/>
              </a:ext>
            </a:extLst>
          </p:cNvPr>
          <p:cNvSpPr/>
          <p:nvPr/>
        </p:nvSpPr>
        <p:spPr>
          <a:xfrm>
            <a:off x="2" y="5441478"/>
            <a:ext cx="5290458" cy="2057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F8779F-655C-32F2-0B71-DB9D365EB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29" r="22857" b="10775"/>
          <a:stretch>
            <a:fillRect/>
          </a:stretch>
        </p:blipFill>
        <p:spPr>
          <a:xfrm>
            <a:off x="2" y="5713106"/>
            <a:ext cx="5290458" cy="1861981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55697B79-9DB1-6FA8-6778-B92E00DC4842}"/>
              </a:ext>
            </a:extLst>
          </p:cNvPr>
          <p:cNvSpPr txBox="1"/>
          <p:nvPr/>
        </p:nvSpPr>
        <p:spPr>
          <a:xfrm>
            <a:off x="222404" y="5448531"/>
            <a:ext cx="490409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e)</a:t>
            </a:r>
          </a:p>
        </p:txBody>
      </p:sp>
      <p:sp>
        <p:nvSpPr>
          <p:cNvPr id="8" name="Textfeld 22">
            <a:extLst>
              <a:ext uri="{FF2B5EF4-FFF2-40B4-BE49-F238E27FC236}">
                <a16:creationId xmlns:a16="http://schemas.microsoft.com/office/drawing/2014/main" id="{CDA2E15A-DB9B-E0D9-AF99-F05F713883A7}"/>
              </a:ext>
            </a:extLst>
          </p:cNvPr>
          <p:cNvSpPr txBox="1"/>
          <p:nvPr/>
        </p:nvSpPr>
        <p:spPr>
          <a:xfrm>
            <a:off x="2737943" y="5448531"/>
            <a:ext cx="226857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f)</a:t>
            </a:r>
          </a:p>
        </p:txBody>
      </p:sp>
    </p:spTree>
    <p:extLst>
      <p:ext uri="{BB962C8B-B14F-4D97-AF65-F5344CB8AC3E}">
        <p14:creationId xmlns:p14="http://schemas.microsoft.com/office/powerpoint/2010/main" val="2437223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Nils Rietze</dc:creator>
  <cp:lastModifiedBy>Elena Plekhanova</cp:lastModifiedBy>
  <cp:revision>26</cp:revision>
  <dcterms:created xsi:type="dcterms:W3CDTF">2025-05-21T08:55:30Z</dcterms:created>
  <dcterms:modified xsi:type="dcterms:W3CDTF">2026-07-06T12:20:36Z</dcterms:modified>
</cp:coreProperties>
</file>